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5"/>
  </p:sldMasterIdLst>
  <p:notesMasterIdLst>
    <p:notesMasterId r:id="rId15"/>
  </p:notesMasterIdLst>
  <p:sldIdLst>
    <p:sldId id="256" r:id="rId6"/>
    <p:sldId id="257" r:id="rId7"/>
    <p:sldId id="259" r:id="rId8"/>
    <p:sldId id="260" r:id="rId9"/>
    <p:sldId id="261" r:id="rId10"/>
    <p:sldId id="262" r:id="rId11"/>
    <p:sldId id="263" r:id="rId12"/>
    <p:sldId id="258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8532FD-7AD8-ECEB-1BB9-2B5CEB0D3FDD}" v="223" dt="2025-12-22T16:27:21.083"/>
    <p1510:client id="{FFEED2B6-54C5-4E72-9ACA-FD1F60CA9349}" v="20" dt="2025-12-22T14:37:28.3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1C588C-9717-44ED-B9A9-CBD9D1909AD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BBBCE-FA44-432B-84B0-7537B1597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129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32915227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0891" y="104974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2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399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29208701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4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17796439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8"/>
            <a:ext cx="67951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0" cy="22860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86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075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249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603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8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661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955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632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69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7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3282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67294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254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61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390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9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5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5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5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944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8706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8985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5726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5974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0562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839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7333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0628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339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4360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8" y="4819414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4893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601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2"/>
          <a:srcRect l="26274" t="67"/>
          <a:stretch>
            <a:fillRect/>
          </a:stretch>
        </p:blipFill>
        <p:spPr>
          <a:xfrm>
            <a:off x="10428514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8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9926020" y="424087"/>
            <a:ext cx="502494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0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  <p:sldLayoutId id="2147483701" r:id="rId19"/>
    <p:sldLayoutId id="2147483702" r:id="rId20"/>
    <p:sldLayoutId id="2147483703" r:id="rId21"/>
    <p:sldLayoutId id="2147483704" r:id="rId22"/>
    <p:sldLayoutId id="2147483705" r:id="rId23"/>
    <p:sldLayoutId id="2147483706" r:id="rId24"/>
    <p:sldLayoutId id="2147483707" r:id="rId25"/>
    <p:sldLayoutId id="2147483708" r:id="rId26"/>
    <p:sldLayoutId id="2147483709" r:id="rId27"/>
    <p:sldLayoutId id="2147483710" r:id="rId28"/>
    <p:sldLayoutId id="2147483711" r:id="rId29"/>
    <p:sldLayoutId id="2147483712" r:id="rId3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9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ithub.com/en/pull-requests/collaborating-with-pull-requests/working-with-forks/fork-a-repo" TargetMode="Externa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CEDCD1-8A82-A4DE-9B35-46F95FAC732A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FC473F-A75E-4DC2-8570-AE774BD728DD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0DEDE9-4858-4C27-B4C6-4C6F5810836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E8D803-C316-B231-5C32-BF98564CBF6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E7DFB44-CB5A-D055-D208-29292EB83BA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E27A23D-1264-C18B-8704-3BB8D3DDA81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5E2838-989D-7DF0-B18F-588792413AF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0621F-5C65-6818-0B88-534447F06CA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CF84DC2-27D1-49EA-21F0-873B61A4379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A21EBF-49CF-7D00-81EE-8DF3FE1242A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AF38A44-B326-F4AE-602A-A0BEB3F1F43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9A58B16-C2F4-48E1-ADC9-25487CB5A9F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DAC0F52-3870-8062-386A-70842807E7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  <a:cs typeface="Arial"/>
              </a:rPr>
              <a:t>Git – Working with others</a:t>
            </a:r>
            <a:endParaRPr lang="en-US">
              <a:solidFill>
                <a:schemeClr val="tx2"/>
              </a:solidFill>
              <a:cs typeface="Arial"/>
            </a:endParaRP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DE5F912C-9782-F91C-A2AE-FB21D97D54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cs typeface="Arial"/>
              </a:rPr>
              <a:t>AI2C Tech Intro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1345946-3489-83E5-F7D9-C344B837A0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cs typeface="Arial"/>
              </a:rPr>
              <a:t>Jul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738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C74CE5AE-5F74-8B53-9A6A-107510D6B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cs typeface="Arial"/>
              </a:rPr>
              <a:t>Review: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AC1A4853-2BE5-324F-194E-A65A4FDE2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476938-33C4-D69D-C040-76FBCAEE7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8FC7C2-68FB-353B-BACE-D9C68FBC75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933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3A7070-7E0F-169C-189C-E3A19D2A7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49C8664E-AFED-8DB9-C359-954EF32E1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cs typeface="Arial"/>
              </a:rPr>
              <a:t>Objectives:</a:t>
            </a:r>
            <a:endParaRPr lang="en-US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344C7214-3E35-C253-2240-1B0AFE2FD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79025"/>
            <a:ext cx="10697101" cy="4493173"/>
          </a:xfrm>
        </p:spPr>
        <p:txBody>
          <a:bodyPr vert="horz" lIns="0" tIns="0" rIns="0" bIns="0" spcCol="365760" rtlCol="0" anchor="t">
            <a:noAutofit/>
          </a:bodyPr>
          <a:lstStyle/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Push changes to a remote repository from a local repository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Pull changes from the remote repository to the local repository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Discuss origins, forks, and </a:t>
            </a:r>
            <a:r>
              <a:rPr lang="en-US" sz="2800" err="1">
                <a:solidFill>
                  <a:schemeClr val="bg2"/>
                </a:solidFill>
                <a:ea typeface="+mn-lt"/>
                <a:cs typeface="+mn-lt"/>
              </a:rPr>
              <a:t>upstreams</a:t>
            </a:r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 </a:t>
            </a:r>
            <a:endParaRPr lang="en-US" sz="2800" dirty="0">
              <a:solidFill>
                <a:schemeClr val="bg2"/>
              </a:solidFill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AFBECF-4982-B538-C03E-680F74620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7360D3-35ED-67FB-E425-8AE242663F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8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1F4C69-3C5E-B150-6E7E-EE704BA2B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DC174CA3-7376-559E-E6EB-B3AFE8AA0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cs typeface="Arial"/>
              </a:rPr>
              <a:t>Remotes and origins: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4AC6DE18-C219-C715-53D8-1A1E061C7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705300"/>
            <a:ext cx="10697102" cy="4466898"/>
          </a:xfrm>
        </p:spPr>
        <p:txBody>
          <a:bodyPr vert="horz" lIns="0" tIns="0" rIns="0" bIns="0" spcCol="365760" rtlCol="0" anchor="t">
            <a:noAutofit/>
          </a:bodyPr>
          <a:lstStyle/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Cloning – automatically sets up an “origin” remote URL tracking that repository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 Fetch, pull, push all work on that “origin” repository </a:t>
            </a:r>
            <a:endParaRPr lang="en-US" sz="2800">
              <a:solidFill>
                <a:schemeClr val="bg2"/>
              </a:solidFill>
              <a:cs typeface="Arial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 Can specify an alternate name or repository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git remote -v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git remote show origin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endParaRPr lang="en-US" sz="2800" dirty="0">
              <a:solidFill>
                <a:schemeClr val="bg2"/>
              </a:solidFill>
              <a:cs typeface="Arial"/>
            </a:endParaRPr>
          </a:p>
          <a:p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Why might I ever use multiple remotes? </a:t>
            </a:r>
            <a:endParaRPr lang="en-US" sz="2800" dirty="0">
              <a:solidFill>
                <a:schemeClr val="bg2"/>
              </a:solidFill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B767D1-A0F1-D353-FE32-22A17CE92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722EB7-889F-936A-66A9-E9F301E791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402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570FF2-A59A-752A-A004-2EC9F960A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2972D4C5-938C-08F0-1A50-15A6E804C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cs typeface="Arial"/>
              </a:rPr>
              <a:t>Pushing and pulling: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F39A5334-9CA2-E7B4-C115-6A9300684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spcCol="365760" rtlCol="0" anchor="t">
            <a:noAutofit/>
          </a:bodyPr>
          <a:lstStyle/>
          <a:p>
            <a:r>
              <a:rPr lang="en-US" dirty="0">
                <a:ea typeface="+mn-lt"/>
                <a:cs typeface="+mn-lt"/>
              </a:rPr>
              <a:t>Meet Git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C888BF-F546-54BF-7C54-41F88811A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3B1DB3-D362-E1E1-559A-F139481159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4" name="Picture 3" descr="Meet Git">
            <a:extLst>
              <a:ext uri="{FF2B5EF4-FFF2-40B4-BE49-F238E27FC236}">
                <a16:creationId xmlns:a16="http://schemas.microsoft.com/office/drawing/2014/main" id="{83AF8560-7D81-8B24-9195-6A02B18BB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485900"/>
            <a:ext cx="91440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662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16E787-2EB0-478B-89DF-715B7AA4A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40B42BAB-2966-1705-69B5-84C6CD420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cs typeface="Arial"/>
              </a:rPr>
              <a:t>Git Pull:</a:t>
            </a:r>
          </a:p>
        </p:txBody>
      </p:sp>
      <p:pic>
        <p:nvPicPr>
          <p:cNvPr id="4" name="Content Placeholder 3" descr="Pull &amp; Push - the remote repository - DEVGuide">
            <a:extLst>
              <a:ext uri="{FF2B5EF4-FFF2-40B4-BE49-F238E27FC236}">
                <a16:creationId xmlns:a16="http://schemas.microsoft.com/office/drawing/2014/main" id="{EBB3E6DC-5DA6-485A-2E0E-A60B424E5B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9961" y="864474"/>
            <a:ext cx="7197976" cy="5307724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1589F3-C935-B842-B6A5-DE432D63F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BAF0FD-86B7-8671-EC87-75ECA833E1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27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18736A-CE40-D268-602E-5C7018D19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A6313271-70C1-CDB8-DCA3-46A58B0FD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cs typeface="Arial"/>
              </a:rPr>
              <a:t>Forking and </a:t>
            </a:r>
            <a:r>
              <a:rPr lang="en-US" dirty="0" err="1">
                <a:solidFill>
                  <a:schemeClr val="bg2"/>
                </a:solidFill>
                <a:cs typeface="Arial"/>
              </a:rPr>
              <a:t>upstreams</a:t>
            </a:r>
            <a:r>
              <a:rPr lang="en-US" dirty="0">
                <a:solidFill>
                  <a:schemeClr val="bg2"/>
                </a:solidFill>
                <a:cs typeface="Arial"/>
              </a:rPr>
              <a:t>: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5DD1406-4632-1AD6-C99B-8EC6C1925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79025"/>
            <a:ext cx="10710239" cy="4493173"/>
          </a:xfrm>
        </p:spPr>
        <p:txBody>
          <a:bodyPr vert="horz" lIns="0" tIns="0" rIns="0" bIns="0" spcCol="365760" rtlCol="0" anchor="t">
            <a:noAutofit/>
          </a:bodyPr>
          <a:lstStyle/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Read this link to the “Prerequisites” section: </a:t>
            </a:r>
            <a:r>
              <a:rPr lang="en-US" sz="2800" dirty="0">
                <a:solidFill>
                  <a:schemeClr val="bg2"/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https://docs.github.com/en/pull-requests/collaborating-with-pull-requests/working-with-forks/fork-a-repo</a:t>
            </a:r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endParaRPr lang="en-US" sz="2800" dirty="0">
              <a:solidFill>
                <a:schemeClr val="bg2"/>
              </a:solidFill>
              <a:cs typeface="Arial"/>
            </a:endParaRPr>
          </a:p>
          <a:p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What is a fork?   What uses does it have? </a:t>
            </a:r>
            <a:endParaRPr lang="en-US" sz="2800" dirty="0">
              <a:solidFill>
                <a:schemeClr val="bg2"/>
              </a:solidFill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E89670-6D84-CE6D-C842-481201102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40D6CA-665E-FB30-52FA-ADAF8A1F60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483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9E56E2B-F7F0-66BD-FE9C-392C14379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cs typeface="Arial"/>
              </a:rPr>
              <a:t>Pull requests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7ED88B9-3357-EC07-CBC8-2BC307869C6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0" tIns="0" rIns="0" bIns="0" spcCol="365760" rtlCol="0" anchor="t">
            <a:noAutofit/>
          </a:bodyPr>
          <a:lstStyle/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Should really be named a “merge” request.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“Would you please merge my changes into your repository?”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If forked, the original developers need to pull from your repository to do the merge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endParaRPr lang="en-US" sz="2800" dirty="0">
              <a:solidFill>
                <a:schemeClr val="bg2"/>
              </a:solidFill>
              <a:cs typeface="Arial"/>
            </a:endParaRPr>
          </a:p>
          <a:p>
            <a:endParaRPr lang="en-US" sz="2800" dirty="0">
              <a:solidFill>
                <a:schemeClr val="bg2"/>
              </a:solidFill>
              <a:cs typeface="Arial"/>
            </a:endParaRPr>
          </a:p>
          <a:p>
            <a:endParaRPr lang="en-US" sz="2800" dirty="0">
              <a:solidFill>
                <a:schemeClr val="bg2"/>
              </a:solidFill>
              <a:cs typeface="Arial"/>
            </a:endParaRPr>
          </a:p>
          <a:p>
            <a:endParaRPr lang="en-US" sz="2800" dirty="0">
              <a:solidFill>
                <a:schemeClr val="bg2"/>
              </a:solidFill>
              <a:cs typeface="Arial"/>
            </a:endParaRPr>
          </a:p>
        </p:txBody>
      </p:sp>
      <p:pic>
        <p:nvPicPr>
          <p:cNvPr id="2" name="Content Placeholder 1" descr="LGTM : r/ProgrammerHumor">
            <a:extLst>
              <a:ext uri="{FF2B5EF4-FFF2-40B4-BE49-F238E27FC236}">
                <a16:creationId xmlns:a16="http://schemas.microsoft.com/office/drawing/2014/main" id="{CAA21F04-3141-A758-239C-01C425CC6B9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91457" y="1008994"/>
            <a:ext cx="5661909" cy="516320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E2388-31A1-DD2E-2E5F-A5BD9A217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E1A057-81B7-19AA-B0FD-7BF9FCA712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140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358F57-D057-5E4D-0C64-48BD653DE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CB4F9626-8DB8-38BD-A0EF-1D8574BC9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ea typeface="+mj-lt"/>
                <a:cs typeface="+mj-lt"/>
              </a:rPr>
              <a:t>Hands-On #1 </a:t>
            </a:r>
            <a:r>
              <a:rPr lang="en-US" dirty="0">
                <a:solidFill>
                  <a:schemeClr val="bg2"/>
                </a:solidFill>
                <a:cs typeface="Arial"/>
              </a:rPr>
              <a:t>: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B0CFAD0C-5EE1-5F79-E38C-2C75451C0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79025"/>
            <a:ext cx="10710239" cy="4493173"/>
          </a:xfrm>
        </p:spPr>
        <p:txBody>
          <a:bodyPr vert="horz" lIns="0" tIns="0" rIns="0" bIns="0" spcCol="365760" rtlCol="0" anchor="t">
            <a:noAutofit/>
          </a:bodyPr>
          <a:lstStyle/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Inspect git remotes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Push/pull from a remote repository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r>
              <a:rPr lang="en-US" sz="2800" dirty="0">
                <a:solidFill>
                  <a:schemeClr val="bg2"/>
                </a:solidFill>
                <a:ea typeface="+mn-lt"/>
                <a:cs typeface="+mn-lt"/>
              </a:rPr>
              <a:t>Fork a remote repository and issue a pull request </a:t>
            </a:r>
            <a:endParaRPr lang="en-US" sz="2800" dirty="0">
              <a:solidFill>
                <a:schemeClr val="bg2"/>
              </a:solidFill>
              <a:cs typeface="Arial"/>
            </a:endParaRPr>
          </a:p>
          <a:p>
            <a:endParaRPr lang="en-US" sz="2800" dirty="0">
              <a:solidFill>
                <a:schemeClr val="bg2"/>
              </a:solidFill>
              <a:cs typeface="Arial"/>
            </a:endParaRPr>
          </a:p>
          <a:p>
            <a:endParaRPr lang="en-US" sz="2800" dirty="0">
              <a:solidFill>
                <a:schemeClr val="bg2"/>
              </a:solidFill>
              <a:cs typeface="Arial"/>
            </a:endParaRPr>
          </a:p>
          <a:p>
            <a:endParaRPr lang="en-US" sz="2800" dirty="0">
              <a:solidFill>
                <a:schemeClr val="bg2"/>
              </a:solidFill>
              <a:cs typeface="Arial"/>
            </a:endParaRPr>
          </a:p>
          <a:p>
            <a:endParaRPr lang="en-US" sz="2800" dirty="0">
              <a:solidFill>
                <a:schemeClr val="bg2"/>
              </a:solidFill>
              <a:cs typeface="Arial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E33109-0765-3E74-7233-0C09D380A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22 December 2025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701A8B-EB85-90A1-F4A4-3A425B9310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483286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ame_x0028_Outlook_x0029_ xmlns="819a213c-e595-4af7-868c-5311d0f07b09">
      <UserInfo>
        <DisplayName/>
        <AccountId xsi:nil="true"/>
        <AccountType/>
      </UserInfo>
    </Name_x0028_Outlook_x0029_>
    <_ip_UnifiedCompliancePolicyUIAction xmlns="http://schemas.microsoft.com/sharepoint/v3" xsi:nil="true"/>
    <TaxCatchAll xmlns="43c4306d-bcae-48a3-b5b4-6245fba36c72">
      <Value>117</Value>
      <Value>336</Value>
      <Value>352</Value>
      <Value>332</Value>
      <Value>330</Value>
      <Value>5</Value>
      <Value>88</Value>
      <Value>2</Value>
      <Value>1</Value>
    </TaxCatchAll>
    <Project xmlns="819a213c-e595-4af7-868c-5311d0f07b09">Shrike</Project>
    <b3e0283348f04d719dc2db6c1ad0eab0 xmlns="819a213c-e595-4af7-868c-5311d0f07b09">
      <Terms xmlns="http://schemas.microsoft.com/office/infopath/2007/PartnerControls"/>
    </b3e0283348f04d719dc2db6c1ad0eab0>
    <kf4578e6b9744d06891b013fb9171991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FCAI</TermName>
          <TermId xmlns="http://schemas.microsoft.com/office/infopath/2007/PartnerControls">fd9e9f27-4afa-4bd6-9815-b72522a6dee4</TermId>
        </TermInfo>
      </Terms>
    </kf4578e6b9744d06891b013fb9171991>
    <e7bf107ab2e246c2ae3b25ccb19c4fe7 xmlns="819a213c-e595-4af7-868c-5311d0f07b09">
      <Terms xmlns="http://schemas.microsoft.com/office/infopath/2007/PartnerControls"/>
    </e7bf107ab2e246c2ae3b25ccb19c4fe7>
    <Status xmlns="819a213c-e595-4af7-868c-5311d0f07b09">NA</Status>
    <k1cd0d7a50e348e5b2cecacdbb53a3ff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NA</TermName>
          <TermId xmlns="http://schemas.microsoft.com/office/infopath/2007/PartnerControls">6c779868-fdfe-4433-a583-74f72965e832</TermId>
        </TermInfo>
      </Terms>
    </k1cd0d7a50e348e5b2cecacdbb53a3ff>
    <k4bd3d618c344bb496a0035fa1bfa95e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NA</TermName>
          <TermId xmlns="http://schemas.microsoft.com/office/infopath/2007/PartnerControls">14e9068e-14f9-49cc-a753-38a742264b27</TermId>
        </TermInfo>
      </Terms>
    </k4bd3d618c344bb496a0035fa1bfa95e>
    <m3911d227d12438196938f21bccbb829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Unclassified</TermName>
          <TermId xmlns="http://schemas.microsoft.com/office/infopath/2007/PartnerControls">0e44ab2e-9e75-4d69-bacf-b9adbba64961</TermId>
        </TermInfo>
      </Terms>
    </m3911d227d12438196938f21bccbb829>
    <j85403ed819e4ad59bb8aa44734c7278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NA</TermName>
          <TermId xmlns="http://schemas.microsoft.com/office/infopath/2007/PartnerControls">c413e2e5-7da6-4fb4-9318-c07a4c95104c</TermId>
        </TermInfo>
      </Terms>
    </j85403ed819e4ad59bb8aa44734c7278>
    <e41571422c3345b4bda9d3ac979b0442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Destroy</TermName>
          <TermId xmlns="http://schemas.microsoft.com/office/infopath/2007/PartnerControls">81460359-14dd-47b4-9102-5fada66d1614</TermId>
        </TermInfo>
      </Terms>
    </e41571422c3345b4bda9d3ac979b0442>
    <b2c7cbb6fa064dd095a8ebf73878e15c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D</TermName>
          <TermId xmlns="http://schemas.microsoft.com/office/infopath/2007/PartnerControls">e66b2925-d207-445d-a7ac-7bf5587a61c3</TermId>
        </TermInfo>
      </Terms>
    </b2c7cbb6fa064dd095a8ebf73878e15c>
    <n050dff107b041e7a8136cabb03c9f16 xmlns="819a213c-e595-4af7-868c-5311d0f07b09">
      <Terms xmlns="http://schemas.microsoft.com/office/infopath/2007/PartnerControls"/>
    </n050dff107b041e7a8136cabb03c9f16>
    <dbcc5996da9743a2aff52ccb96daf316 xmlns="819a213c-e595-4af7-868c-5311d0f07b09">
      <Terms xmlns="http://schemas.microsoft.com/office/infopath/2007/PartnerControls"/>
    </dbcc5996da9743a2aff52ccb96daf316>
    <_ip_UnifiedCompliancePolicyProperties xmlns="http://schemas.microsoft.com/sharepoint/v3" xsi:nil="true"/>
    <Comments xmlns="819a213c-e595-4af7-868c-5311d0f07b09" xsi:nil="true"/>
    <_dlc_DocIdPersistId xmlns="43c4306d-bcae-48a3-b5b4-6245fba36c72" xsi:nil="true"/>
    <_dlc_DocIdUrl xmlns="43c4306d-bcae-48a3-b5b4-6245fba36c72">
      <Url>https://armyeitaas.sharepoint-mil.us/teams/AI2CKMDevelopmentTeam/_layouts/15/DocIdRedir.aspx?ID=PNCAVZZWCJMJ-719779062-26496</Url>
      <Description>PNCAVZZWCJMJ-719779062-26496</Description>
    </_dlc_DocIdUrl>
    <Teams xmlns="819a213c-e595-4af7-868c-5311d0f07b09">NA</Teams>
    <lcf76f155ced4ddcb4097134ff3c332f xmlns="819a213c-e595-4af7-868c-5311d0f07b09">
      <Terms xmlns="http://schemas.microsoft.com/office/infopath/2007/PartnerControls"/>
    </lcf76f155ced4ddcb4097134ff3c332f>
    <kf187aa08ef840c0be306c2b7cf181cc xmlns="819a213c-e595-4af7-868c-5311d0f07b09">
      <Terms xmlns="http://schemas.microsoft.com/office/infopath/2007/PartnerControls"/>
    </kf187aa08ef840c0be306c2b7cf181cc>
    <k8ed72fc0ac74230bc2bce9a30aa3ff1 xmlns="819a213c-e595-4af7-868c-5311d0f07b09">
      <Terms xmlns="http://schemas.microsoft.com/office/infopath/2007/PartnerControls"/>
    </k8ed72fc0ac74230bc2bce9a30aa3ff1>
    <j3cec2dc15da4ea9ae4c2914aab734b8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Unofficial</TermName>
          <TermId xmlns="http://schemas.microsoft.com/office/infopath/2007/PartnerControls">fb72a3e1-cd07-4e90-8aa1-1e35bcf7448f</TermId>
        </TermInfo>
      </Terms>
    </j3cec2dc15da4ea9ae4c2914aab734b8>
    <_dlc_DocId xmlns="43c4306d-bcae-48a3-b5b4-6245fba36c72">PNCAVZZWCJMJ-719779062-26496</_dlc_DocId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4FEF590B341F46AAAF568C3B82DA74" ma:contentTypeVersion="126" ma:contentTypeDescription="Create a new document." ma:contentTypeScope="" ma:versionID="da2759216466bc3ec804369b15a902a5">
  <xsd:schema xmlns:xsd="http://www.w3.org/2001/XMLSchema" xmlns:xs="http://www.w3.org/2001/XMLSchema" xmlns:p="http://schemas.microsoft.com/office/2006/metadata/properties" xmlns:ns1="http://schemas.microsoft.com/sharepoint/v3" xmlns:ns2="819a213c-e595-4af7-868c-5311d0f07b09" xmlns:ns3="43c4306d-bcae-48a3-b5b4-6245fba36c72" targetNamespace="http://schemas.microsoft.com/office/2006/metadata/properties" ma:root="true" ma:fieldsID="23a203c7101a14e7e286c2f61aba86b7" ns1:_="" ns2:_="" ns3:_="">
    <xsd:import namespace="http://schemas.microsoft.com/sharepoint/v3"/>
    <xsd:import namespace="819a213c-e595-4af7-868c-5311d0f07b09"/>
    <xsd:import namespace="43c4306d-bcae-48a3-b5b4-6245fba36c72"/>
    <xsd:element name="properties">
      <xsd:complexType>
        <xsd:sequence>
          <xsd:element name="documentManagement">
            <xsd:complexType>
              <xsd:all>
                <xsd:element ref="ns2:Name_x0028_Outlook_x0029_" minOccurs="0"/>
                <xsd:element ref="ns2:Status" minOccurs="0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k1cd0d7a50e348e5b2cecacdbb53a3ff" minOccurs="0"/>
                <xsd:element ref="ns3:TaxCatchAll" minOccurs="0"/>
                <xsd:element ref="ns2:k4bd3d618c344bb496a0035fa1bfa95e" minOccurs="0"/>
                <xsd:element ref="ns2:b3e0283348f04d719dc2db6c1ad0eab0" minOccurs="0"/>
                <xsd:element ref="ns2:n050dff107b041e7a8136cabb03c9f16" minOccurs="0"/>
                <xsd:element ref="ns2:m3911d227d12438196938f21bccbb829" minOccurs="0"/>
                <xsd:element ref="ns2:kf187aa08ef840c0be306c2b7cf181cc" minOccurs="0"/>
                <xsd:element ref="ns2:dbcc5996da9743a2aff52ccb96daf316" minOccurs="0"/>
                <xsd:element ref="ns2:e7bf107ab2e246c2ae3b25ccb19c4fe7" minOccurs="0"/>
                <xsd:element ref="ns2:k8ed72fc0ac74230bc2bce9a30aa3ff1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j3cec2dc15da4ea9ae4c2914aab734b8" minOccurs="0"/>
                <xsd:element ref="ns2:j85403ed819e4ad59bb8aa44734c7278" minOccurs="0"/>
                <xsd:element ref="ns3:_dlc_DocId" minOccurs="0"/>
                <xsd:element ref="ns3:_dlc_DocIdUrl" minOccurs="0"/>
                <xsd:element ref="ns3:_dlc_DocIdPersistId" minOccurs="0"/>
                <xsd:element ref="ns2:lcf76f155ced4ddcb4097134ff3c332f" minOccurs="0"/>
                <xsd:element ref="ns2:b2c7cbb6fa064dd095a8ebf73878e15c" minOccurs="0"/>
                <xsd:element ref="ns2:e41571422c3345b4bda9d3ac979b0442" minOccurs="0"/>
                <xsd:element ref="ns2:kf4578e6b9744d06891b013fb9171991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Teams" minOccurs="0"/>
                <xsd:element ref="ns2:MediaServiceObjectDetectorVersions" minOccurs="0"/>
                <xsd:element ref="ns2:MediaServiceSearchProperties" minOccurs="0"/>
                <xsd:element ref="ns2:Comments" minOccurs="0"/>
                <xsd:element ref="ns2:MediaServiceBillingMetadata" minOccurs="0"/>
                <xsd:element ref="ns2:Projec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56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57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9a213c-e595-4af7-868c-5311d0f07b09" elementFormDefault="qualified">
    <xsd:import namespace="http://schemas.microsoft.com/office/2006/documentManagement/types"/>
    <xsd:import namespace="http://schemas.microsoft.com/office/infopath/2007/PartnerControls"/>
    <xsd:element name="Name_x0028_Outlook_x0029_" ma:index="7" nillable="true" ma:displayName="Name (Outlook)" ma:format="Dropdown" ma:list="UserInfo" ma:SharePointGroup="0" ma:internalName="Name_x0028_Outlook_x0029_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atus" ma:index="16" nillable="true" ma:displayName="Status" ma:format="Dropdown" ma:hidden="true" ma:internalName="Status" ma:readOnly="false">
      <xsd:simpleType>
        <xsd:restriction base="dms:Choice">
          <xsd:enumeration value="Current"/>
          <xsd:enumeration value="Archive/Old"/>
          <xsd:enumeration value="NA"/>
          <xsd:enumeration value="Draft"/>
        </xsd:restriction>
      </xsd:simpleType>
    </xsd:element>
    <xsd:element name="MediaServiceMetadata" ma:index="2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25" nillable="true" ma:displayName="Tags" ma:hidden="true" ma:internalName="MediaServiceAutoTags" ma:readOnly="true">
      <xsd:simpleType>
        <xsd:restriction base="dms:Text"/>
      </xsd:simpleType>
    </xsd:element>
    <xsd:element name="MediaServiceOCR" ma:index="26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2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8" nillable="true" ma:displayName="MediaServiceEventHashCode" ma:hidden="true" ma:internalName="MediaServiceEventHashCode" ma:readOnly="true">
      <xsd:simpleType>
        <xsd:restriction base="dms:Text"/>
      </xsd:simpleType>
    </xsd:element>
    <xsd:element name="k1cd0d7a50e348e5b2cecacdbb53a3ff" ma:index="29" nillable="true" ma:taxonomy="true" ma:internalName="k1cd0d7a50e348e5b2cecacdbb53a3ff" ma:taxonomyFieldName="Solicitation_x0020_Status" ma:displayName="Solicitation Status" ma:readOnly="false" ma:default="1;#NA|6c779868-fdfe-4433-a583-74f72965e832" ma:fieldId="{41cd0d7a-50e3-48e5-b2ce-cacdbb53a3ff}" ma:sspId="cc874fec-6985-468d-9a86-0194f6fd86dc" ma:termSetId="a7e84a42-a39b-4531-845c-ea1fc61829d2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k4bd3d618c344bb496a0035fa1bfa95e" ma:index="31" nillable="true" ma:taxonomy="true" ma:internalName="k4bd3d618c344bb496a0035fa1bfa95e" ma:taxonomyFieldName="LOE" ma:displayName="LOE" ma:readOnly="false" ma:default="2;#NA|14e9068e-14f9-49cc-a753-38a742264b27" ma:fieldId="{44bd3d61-8c34-4bb4-96a0-035fa1bfa95e}" ma:sspId="cc874fec-6985-468d-9a86-0194f6fd86dc" ma:termSetId="e3775769-8da3-4df4-a925-8d72e92048b9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b3e0283348f04d719dc2db6c1ad0eab0" ma:index="32" nillable="true" ma:taxonomy="true" ma:internalName="b3e0283348f04d719dc2db6c1ad0eab0" ma:taxonomyFieldName="Area_x0020_of_x0020_Interest" ma:displayName="Area of Interest" ma:readOnly="false" ma:default="" ma:fieldId="{b3e02833-48f0-4d71-9dc2-db6c1ad0eab0}" ma:sspId="cc874fec-6985-468d-9a86-0194f6fd86dc" ma:termSetId="ee579622-d2f1-4c74-b2cd-b7508c8c2fe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n050dff107b041e7a8136cabb03c9f16" ma:index="33" nillable="true" ma:taxonomy="true" ma:internalName="n050dff107b041e7a8136cabb03c9f16" ma:taxonomyFieldName="Topic" ma:displayName="Topic" ma:default="" ma:fieldId="{7050dff1-07b0-41e7-a813-6cabb03c9f16}" ma:taxonomyMulti="true" ma:sspId="cc874fec-6985-468d-9a86-0194f6fd86dc" ma:termSetId="564c2603-edaa-4279-ba20-a50b6c34904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3911d227d12438196938f21bccbb829" ma:index="34" ma:taxonomy="true" ma:internalName="m3911d227d12438196938f21bccbb829" ma:taxonomyFieldName="Classification" ma:displayName="Classification" ma:default="5;#Unclassified|0e44ab2e-9e75-4d69-bacf-b9adbba64961" ma:fieldId="{63911d22-7d12-4381-9693-8f21bccbb829}" ma:sspId="cc874fec-6985-468d-9a86-0194f6fd86dc" ma:termSetId="cafe8798-7058-4f05-ac98-c72cef79a14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f187aa08ef840c0be306c2b7cf181cc" ma:index="35" nillable="true" ma:taxonomy="true" ma:internalName="kf187aa08ef840c0be306c2b7cf181cc" ma:taxonomyFieldName="Directorate" ma:displayName="Document Owner" ma:indexed="true" ma:default="" ma:fieldId="{4f187aa0-8ef8-40c0-be30-6c2b7cf181cc}" ma:sspId="cc874fec-6985-468d-9a86-0194f6fd86dc" ma:termSetId="6a5736ba-8146-4f3f-8364-3314cb933e7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bcc5996da9743a2aff52ccb96daf316" ma:index="36" nillable="true" ma:taxonomy="true" ma:internalName="dbcc5996da9743a2aff52ccb96daf316" ma:taxonomyFieldName="Content_x0020_Type" ma:displayName="Document Type" ma:indexed="true" ma:readOnly="false" ma:default="" ma:fieldId="{dbcc5996-da97-43a2-aff5-2ccb96daf316}" ma:sspId="cc874fec-6985-468d-9a86-0194f6fd86dc" ma:termSetId="3a54f6fc-06b1-4d2e-9f56-417cd4a3a7b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e7bf107ab2e246c2ae3b25ccb19c4fe7" ma:index="37" nillable="true" ma:taxonomy="true" ma:internalName="e7bf107ab2e246c2ae3b25ccb19c4fe7" ma:taxonomyFieldName="Fiscal_x0020_Year" ma:displayName="Fiscal Year" ma:indexed="true" ma:readOnly="false" ma:default="" ma:fieldId="{e7bf107a-b2e2-46c2-ae3b-25ccb19c4fe7}" ma:sspId="cc874fec-6985-468d-9a86-0194f6fd86dc" ma:termSetId="0f34983b-b629-4dd2-99ed-0c06de97fa1a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8ed72fc0ac74230bc2bce9a30aa3ff1" ma:index="38" nillable="true" ma:taxonomy="true" ma:internalName="k8ed72fc0ac74230bc2bce9a30aa3ff1" ma:taxonomyFieldName="WorkStream_x002f_Portfolio" ma:displayName="Workstream/Portfolio" ma:indexed="true" ma:readOnly="false" ma:default="" ma:fieldId="{48ed72fc-0ac7-4230-bc2b-ce9a30aa3ff1}" ma:sspId="cc874fec-6985-468d-9a86-0194f6fd86dc" ma:termSetId="5662a39b-a151-4706-9a08-c9eda8c3d99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DateTaken" ma:index="41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42" nillable="true" ma:displayName="MediaLengthInSeconds" ma:hidden="true" ma:internalName="MediaLengthInSeconds" ma:readOnly="true">
      <xsd:simpleType>
        <xsd:restriction base="dms:Unknown"/>
      </xsd:simpleType>
    </xsd:element>
    <xsd:element name="j3cec2dc15da4ea9ae4c2914aab734b8" ma:index="43" nillable="true" ma:taxonomy="true" ma:internalName="j3cec2dc15da4ea9ae4c2914aab734b8" ma:taxonomyFieldName="Record_x0020_Type" ma:displayName="Record" ma:default="88;#Unofficial|fb72a3e1-cd07-4e90-8aa1-1e35bcf7448f" ma:fieldId="{33cec2dc-15da-4ea9-ae4c-2914aab734b8}" ma:sspId="cc874fec-6985-468d-9a86-0194f6fd86dc" ma:termSetId="0cf31371-acd7-4671-9576-2f3358482f0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j85403ed819e4ad59bb8aa44734c7278" ma:index="44" nillable="true" ma:taxonomy="true" ma:internalName="j85403ed819e4ad59bb8aa44734c7278" ma:taxonomyFieldName="External_x0020_Source_x002f_Partner" ma:displayName="External Source/Partner" ma:readOnly="false" ma:default="117;#NA|c413e2e5-7da6-4fb4-9318-c07a4c95104c" ma:fieldId="{385403ed-819e-4ad5-9bb8-aa44734c7278}" ma:taxonomyMulti="true" ma:sspId="cc874fec-6985-468d-9a86-0194f6fd86dc" ma:termSetId="67f66003-577c-443c-9b72-f88486c1170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cf76f155ced4ddcb4097134ff3c332f" ma:index="48" nillable="true" ma:taxonomy="true" ma:internalName="lcf76f155ced4ddcb4097134ff3c332f" ma:taxonomyFieldName="MediaServiceImageTags" ma:displayName="Image Tags" ma:readOnly="false" ma:fieldId="{5cf76f15-5ced-4ddc-b409-7134ff3c332f}" ma:taxonomyMulti="true" ma:sspId="cc874fec-6985-468d-9a86-0194f6fd86d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b2c7cbb6fa064dd095a8ebf73878e15c" ma:index="49" ma:taxonomy="true" ma:internalName="b2c7cbb6fa064dd095a8ebf73878e15c" ma:taxonomyFieldName="Releasability" ma:displayName="Releasability" ma:default="332;#D|e66b2925-d207-445d-a7ac-7bf5587a61c3" ma:fieldId="{b2c7cbb6-fa06-4dd0-95a8-ebf73878e15c}" ma:sspId="cc874fec-6985-468d-9a86-0194f6fd86dc" ma:termSetId="fe1278fb-562c-4ee8-9a91-4df2c40d1178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e41571422c3345b4bda9d3ac979b0442" ma:index="50" nillable="true" ma:taxonomy="true" ma:internalName="e41571422c3345b4bda9d3ac979b0442" ma:taxonomyFieldName="Disposition_x0020_Policy" ma:displayName="Disposition Policy" ma:default="336;#Destroy|81460359-14dd-47b4-9102-5fada66d1614" ma:fieldId="{e4157142-2c33-45b4-bda9-d3ac979b0442}" ma:sspId="cc874fec-6985-468d-9a86-0194f6fd86dc" ma:termSetId="fe128be2-986f-4032-8b9a-c7656f4d544a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f4578e6b9744d06891b013fb9171991" ma:index="51" ma:taxonomy="true" ma:internalName="kf4578e6b9744d06891b013fb9171991" ma:taxonomyFieldName="Office_x0020_Symbol" ma:displayName="Office Symbol" ma:indexed="true" ma:default="352;#FCAI|fd9e9f27-4afa-4bd6-9815-b72522a6dee4" ma:fieldId="{4f4578e6-b974-4d06-891b-013fb9171991}" ma:sspId="cc874fec-6985-468d-9a86-0194f6fd86dc" ma:termSetId="d0686f46-3eb7-4613-84d0-e0dbe892cb0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Location" ma:index="52" nillable="true" ma:displayName="Location" ma:description="" ma:hidden="true" ma:internalName="MediaServiceLocation" ma:readOnly="true">
      <xsd:simpleType>
        <xsd:restriction base="dms:Text"/>
      </xsd:simpleType>
    </xsd:element>
    <xsd:element name="Teams" ma:index="59" nillable="true" ma:displayName="Account Status" ma:format="Dropdown" ma:hidden="true" ma:internalName="Teams" ma:readOnly="false">
      <xsd:simpleType>
        <xsd:restriction base="dms:Choice">
          <xsd:enumeration value="Pending Documents"/>
          <xsd:enumeration value="New Request (w/G2)"/>
          <xsd:enumeration value="In-Progress (w/cyber/ISSO)"/>
          <xsd:enumeration value="Completed"/>
          <xsd:enumeration value="NA"/>
        </xsd:restriction>
      </xsd:simpleType>
    </xsd:element>
    <xsd:element name="MediaServiceObjectDetectorVersions" ma:index="60" nillable="true" ma:displayName="MediaServiceObjectDetectorVersions" ma:description="" ma:hidden="true" ma:internalName="MediaServiceObjectDetectorVersions" ma:readOnly="true">
      <xsd:simpleType>
        <xsd:restriction base="dms:Text"/>
      </xsd:simpleType>
    </xsd:element>
    <xsd:element name="MediaServiceSearchProperties" ma:index="6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Comments" ma:index="62" nillable="true" ma:displayName="To Open Comments" ma:format="Dropdown" ma:hidden="true" ma:internalName="Comments" ma:readOnly="false">
      <xsd:simpleType>
        <xsd:restriction base="dms:Note"/>
      </xsd:simpleType>
    </xsd:element>
    <xsd:element name="MediaServiceBillingMetadata" ma:index="63" nillable="true" ma:displayName="MediaServiceBillingMetadata" ma:hidden="true" ma:internalName="MediaServiceBillingMetadata" ma:readOnly="true">
      <xsd:simpleType>
        <xsd:restriction base="dms:Note"/>
      </xsd:simpleType>
    </xsd:element>
    <xsd:element name="Project" ma:index="64" nillable="true" ma:displayName="Project" ma:format="Dropdown" ma:internalName="Project">
      <xsd:simpleType>
        <xsd:restriction base="dms:Choice">
          <xsd:enumeration value="Shrike Nano"/>
          <xsd:enumeration value="Peregrine"/>
          <xsd:enumeration value="Crowstorm"/>
          <xsd:enumeration value="TacML"/>
          <xsd:enumeration value="N/A"/>
          <xsd:enumeration value="Shrike Core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c4306d-bcae-48a3-b5b4-6245fba36c72" elementFormDefault="qualified">
    <xsd:import namespace="http://schemas.microsoft.com/office/2006/documentManagement/types"/>
    <xsd:import namespace="http://schemas.microsoft.com/office/infopath/2007/PartnerControls"/>
    <xsd:element name="TaxCatchAll" ma:index="30" nillable="true" ma:displayName="Taxonomy Catch All Column" ma:hidden="true" ma:list="{22c06353-c04d-4988-ac38-5490097f12b5}" ma:internalName="TaxCatchAll" ma:readOnly="false" ma:showField="CatchAllData" ma:web="43c4306d-bcae-48a3-b5b4-6245fba36c7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39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40" nillable="true" ma:displayName="Shared With Details" ma:hidden="true" ma:internalName="SharedWithDetails" ma:readOnly="true">
      <xsd:simpleType>
        <xsd:restriction base="dms:Note"/>
      </xsd:simpleType>
    </xsd:element>
    <xsd:element name="_dlc_DocId" ma:index="45" nillable="true" ma:displayName="Document ID Value" ma:description="The value of the document ID assigned to this item." ma:hidden="true" ma:internalName="_dlc_DocId" ma:readOnly="true">
      <xsd:simpleType>
        <xsd:restriction base="dms:Text"/>
      </xsd:simpleType>
    </xsd:element>
    <xsd:element name="_dlc_DocIdUrl" ma:index="46" nillable="true" ma:displayName="Document ID" ma:description="Permanent link to this document." ma:hidden="true" ma:internalName="_dlc_DocIdUrl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47" nillable="true" ma:displayName="Persist ID" ma:description="Keep ID on add." ma:hidden="true" ma:internalName="_dlc_DocIdPersistId" ma:readOnly="fals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C5A9CCD-8D95-4E29-9BBC-62ED344D200A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D5CBC06A-5433-41AC-89E1-93399C4B6D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64B5808-DACA-4273-92AE-F78AD06EB5C9}">
  <ds:schemaRefs>
    <ds:schemaRef ds:uri="http://schemas.microsoft.com/office/2006/metadata/properties"/>
    <ds:schemaRef ds:uri="http://schemas.microsoft.com/office/infopath/2007/PartnerControls"/>
    <ds:schemaRef ds:uri="819a213c-e595-4af7-868c-5311d0f07b09"/>
    <ds:schemaRef ds:uri="http://schemas.microsoft.com/sharepoint/v3"/>
    <ds:schemaRef ds:uri="43c4306d-bcae-48a3-b5b4-6245fba36c72"/>
  </ds:schemaRefs>
</ds:datastoreItem>
</file>

<file path=customXml/itemProps4.xml><?xml version="1.0" encoding="utf-8"?>
<ds:datastoreItem xmlns:ds="http://schemas.openxmlformats.org/officeDocument/2006/customXml" ds:itemID="{8F325A96-F9CD-4C1F-BC68-5ED8156DC1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819a213c-e595-4af7-868c-5311d0f07b09"/>
    <ds:schemaRef ds:uri="43c4306d-bcae-48a3-b5b4-6245fba36c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554eecc5-e26c-4620-b240-5a8bb326c33d}" enabled="1" method="Privileged" siteId="{fae6d70f-954b-4811-92b6-0530d6f84c4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301</TotalTime>
  <Words>6</Words>
  <Application>Microsoft Office PowerPoint</Application>
  <PresentationFormat>Widescreen</PresentationFormat>
  <Paragraphs>6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US Army 2023 AFC DEVCOM Logo</vt:lpstr>
      <vt:lpstr>Git – Working with others</vt:lpstr>
      <vt:lpstr>Review:</vt:lpstr>
      <vt:lpstr>Objectives:</vt:lpstr>
      <vt:lpstr>Remotes and origins:</vt:lpstr>
      <vt:lpstr>Pushing and pulling:</vt:lpstr>
      <vt:lpstr>Git Pull:</vt:lpstr>
      <vt:lpstr>Forking and upstreams:</vt:lpstr>
      <vt:lpstr>Pull requests</vt:lpstr>
      <vt:lpstr>Hands-On #1 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Lohff, Matthew J CPT USARMY AFC AI2C (USA)</dc:creator>
  <cp:lastModifiedBy>Ethan Shafer</cp:lastModifiedBy>
  <cp:revision>123</cp:revision>
  <dcterms:created xsi:type="dcterms:W3CDTF">2024-10-01T14:45:26Z</dcterms:created>
  <dcterms:modified xsi:type="dcterms:W3CDTF">2025-12-22T16:28:22Z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0x010100744FEF590B341F46AAAF568C3B82DA74</vt:lpwstr>
  </property>
  <property fmtid="{D5CDD505-2E9C-101B-9397-08002B2CF9AE}" pid="3" name="n6d39dfb0ba548ee81d3cb7c7a871b2f">
    <vt:lpwstr>KE6|ee114a7c-f57d-45a8-a4c9-243f1aa339d5</vt:lpwstr>
  </property>
  <property fmtid="{D5CDD505-2E9C-101B-9397-08002B2CF9AE}" pid="4" name="Disposition Policy">
    <vt:lpwstr>336;#Destroy|81460359-14dd-47b4-9102-5fada66d1614</vt:lpwstr>
  </property>
  <property fmtid="{D5CDD505-2E9C-101B-9397-08002B2CF9AE}" pid="5" name="Releasability">
    <vt:lpwstr>332;#D|e66b2925-d207-445d-a7ac-7bf5587a61c3</vt:lpwstr>
  </property>
  <property fmtid="{D5CDD505-2E9C-101B-9397-08002B2CF9AE}" pid="6" name="_dlc_DocIdItemGuid">
    <vt:lpwstr>ad8a59db-f610-480d-be0c-f410d4cfb6b3</vt:lpwstr>
  </property>
  <property fmtid="{D5CDD505-2E9C-101B-9397-08002B2CF9AE}" pid="7" name="Classification">
    <vt:lpwstr>5;#Unclassified|0e44ab2e-9e75-4d69-bacf-b9adbba64961</vt:lpwstr>
  </property>
  <property fmtid="{D5CDD505-2E9C-101B-9397-08002B2CF9AE}" pid="8" name="LOE">
    <vt:lpwstr>2;#NA|14e9068e-14f9-49cc-a753-38a742264b27</vt:lpwstr>
  </property>
  <property fmtid="{D5CDD505-2E9C-101B-9397-08002B2CF9AE}" pid="9" name="Solicitation Status">
    <vt:lpwstr>1;#NA|6c779868-fdfe-4433-a583-74f72965e832</vt:lpwstr>
  </property>
  <property fmtid="{D5CDD505-2E9C-101B-9397-08002B2CF9AE}" pid="10" name="Record Type">
    <vt:lpwstr>88;#Unofficial|fb72a3e1-cd07-4e90-8aa1-1e35bcf7448f</vt:lpwstr>
  </property>
  <property fmtid="{D5CDD505-2E9C-101B-9397-08002B2CF9AE}" pid="11" name="External Source/Partner">
    <vt:lpwstr>117;#NA|c413e2e5-7da6-4fb4-9318-c07a4c95104c</vt:lpwstr>
  </property>
  <property fmtid="{D5CDD505-2E9C-101B-9397-08002B2CF9AE}" pid="12" name="Office Symbol">
    <vt:lpwstr>352;#FCAI|fd9e9f27-4afa-4bd6-9815-b72522a6dee4</vt:lpwstr>
  </property>
  <property fmtid="{D5CDD505-2E9C-101B-9397-08002B2CF9AE}" pid="13" name="Fiscal_x0020_Year">
    <vt:lpwstr/>
  </property>
  <property fmtid="{D5CDD505-2E9C-101B-9397-08002B2CF9AE}" pid="14" name="Topic">
    <vt:lpwstr/>
  </property>
  <property fmtid="{D5CDD505-2E9C-101B-9397-08002B2CF9AE}" pid="15" name="Area_x0020_of_x0020_Interest">
    <vt:lpwstr/>
  </property>
  <property fmtid="{D5CDD505-2E9C-101B-9397-08002B2CF9AE}" pid="16" name="ob4d4f0a431643b9a8e658b5742a2731">
    <vt:lpwstr/>
  </property>
  <property fmtid="{D5CDD505-2E9C-101B-9397-08002B2CF9AE}" pid="17" name="Content_x0020_Type">
    <vt:lpwstr/>
  </property>
  <property fmtid="{D5CDD505-2E9C-101B-9397-08002B2CF9AE}" pid="18" name="MediaServiceImageTags">
    <vt:lpwstr/>
  </property>
  <property fmtid="{D5CDD505-2E9C-101B-9397-08002B2CF9AE}" pid="19" name="External_x0020_Source_x002f_Partner">
    <vt:lpwstr>117;#NA|c413e2e5-7da6-4fb4-9318-c07a4c95104c</vt:lpwstr>
  </property>
  <property fmtid="{D5CDD505-2E9C-101B-9397-08002B2CF9AE}" pid="20" name="Office_x0020_Symbol">
    <vt:lpwstr>352;#FCAI|fd9e9f27-4afa-4bd6-9815-b72522a6dee4</vt:lpwstr>
  </property>
  <property fmtid="{D5CDD505-2E9C-101B-9397-08002B2CF9AE}" pid="21" name="Retention Policy1">
    <vt:lpwstr>330;#KE6|ee114a7c-f57d-45a8-a4c9-243f1aa339d5</vt:lpwstr>
  </property>
  <property fmtid="{D5CDD505-2E9C-101B-9397-08002B2CF9AE}" pid="22" name="Content Type">
    <vt:lpwstr/>
  </property>
  <property fmtid="{D5CDD505-2E9C-101B-9397-08002B2CF9AE}" pid="23" name="Retention_x0020_Policy1">
    <vt:lpwstr>330;#KE6|ee114a7c-f57d-45a8-a4c9-243f1aa339d5</vt:lpwstr>
  </property>
  <property fmtid="{D5CDD505-2E9C-101B-9397-08002B2CF9AE}" pid="24" name="Record_x0020_Type">
    <vt:lpwstr>88;#Unofficial|fb72a3e1-cd07-4e90-8aa1-1e35bcf7448f</vt:lpwstr>
  </property>
  <property fmtid="{D5CDD505-2E9C-101B-9397-08002B2CF9AE}" pid="25" name="Document_x0020_Group">
    <vt:lpwstr/>
  </property>
  <property fmtid="{D5CDD505-2E9C-101B-9397-08002B2CF9AE}" pid="26" name="Disposition_x0020_Policy">
    <vt:lpwstr>336;#Destroy|81460359-14dd-47b4-9102-5fada66d1614</vt:lpwstr>
  </property>
  <property fmtid="{D5CDD505-2E9C-101B-9397-08002B2CF9AE}" pid="27" name="Directorate">
    <vt:lpwstr/>
  </property>
  <property fmtid="{D5CDD505-2E9C-101B-9397-08002B2CF9AE}" pid="28" name="Solicitation_x0020_Status">
    <vt:lpwstr>1;#NA|6c779868-fdfe-4433-a583-74f72965e832</vt:lpwstr>
  </property>
  <property fmtid="{D5CDD505-2E9C-101B-9397-08002B2CF9AE}" pid="29" name="WorkStream_x002f_Portfolio">
    <vt:lpwstr/>
  </property>
  <property fmtid="{D5CDD505-2E9C-101B-9397-08002B2CF9AE}" pid="30" name="Fiscal Year">
    <vt:lpwstr/>
  </property>
  <property fmtid="{D5CDD505-2E9C-101B-9397-08002B2CF9AE}" pid="31" name="WorkStream/Portfolio">
    <vt:lpwstr/>
  </property>
  <property fmtid="{D5CDD505-2E9C-101B-9397-08002B2CF9AE}" pid="32" name="Area of Interest">
    <vt:lpwstr/>
  </property>
  <property fmtid="{D5CDD505-2E9C-101B-9397-08002B2CF9AE}" pid="33" name="Document Group">
    <vt:lpwstr/>
  </property>
</Properties>
</file>