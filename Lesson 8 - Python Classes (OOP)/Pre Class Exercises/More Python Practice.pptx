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3424913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3424913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Practice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1	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Write a Python Script that writes 100 random integer values (from 1 to 1000) to another file (.txt) .  **Only do this once**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Write another Python Script that opens that file, displays the highest number in the list, the lowest number in the list, and the average of that list.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