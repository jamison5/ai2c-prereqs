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1" r:id="rId4"/>
    <p:sldId id="270" r:id="rId5"/>
    <p:sldId id="283" r:id="rId6"/>
    <p:sldId id="272" r:id="rId7"/>
    <p:sldId id="273" r:id="rId8"/>
    <p:sldId id="274" r:id="rId9"/>
    <p:sldId id="268" r:id="rId10"/>
    <p:sldId id="275" r:id="rId11"/>
    <p:sldId id="276" r:id="rId12"/>
    <p:sldId id="277" r:id="rId13"/>
    <p:sldId id="279" r:id="rId14"/>
    <p:sldId id="278" r:id="rId15"/>
    <p:sldId id="280" r:id="rId16"/>
    <p:sldId id="281" r:id="rId17"/>
    <p:sldId id="282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954" autoAdjust="0"/>
  </p:normalViewPr>
  <p:slideViewPr>
    <p:cSldViewPr snapToGrid="0">
      <p:cViewPr varScale="1">
        <p:scale>
          <a:sx n="96" d="100"/>
          <a:sy n="96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1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7085-A543-8085-1544-240C54D58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7458A-EEE9-CEDC-C931-6AB829F8D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36306-7BF7-4035-47E9-00E6CCC1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C7D91-1D65-2565-8F6A-B48AC84C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0C386-662B-DF8A-5482-A5AAC6F0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956C0-4CFE-91BE-4B30-D211D39B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759D-0F84-ED09-24DA-C72813FE8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5861C-9345-6F47-7687-CB663CAC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7B3D8-DDB3-531E-4B15-507DE71D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2196B-1038-1927-157B-100D2EF4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6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3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6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991F-A102-D529-F5F3-F565450D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2BD4B-E36D-639B-C3EF-66780F5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2C8D3-6873-2A71-0439-0476204F6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9A89A-D222-0EDC-DDB7-F83FD8CF4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2DF1B-F1BF-14ED-1E9E-31E4D798C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0DD9C-5FB3-3919-F6E2-64A9C39F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FC7C1-92D4-033D-4354-DFBADC84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D3D73-AEE1-83F3-0176-B9104BAC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0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9DB6-6922-4725-43EF-F67CBC5F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AB6C9-24F0-9342-197B-A932797C8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E1ADB-6760-2A7D-0ACD-E044128F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31D80-BC88-E12E-2DB8-87FB82DA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D99483-1C3F-BD57-B2A9-1BA69103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00055-5584-24DE-2FF9-2620C756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96618-78B7-1E1B-A287-B473D132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7B77-CBF7-E8D7-1D00-495EE001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2AE6-738E-DFA8-01F0-F009F2E0C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53BAA-7D53-AC5A-F185-836DB39B2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06637-72D4-AF03-86C9-3A2832F3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F1B3C-B6CD-72BC-69AE-405F440AA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66A25-1DBF-1DCB-2BD6-A70E9614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7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0445-879C-92E5-6B7B-8507B504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01DA1-B102-A093-18A6-B6C66A29A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29DF4-D471-475F-5358-3FAEC6BE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BFAD-3177-C657-702B-130BF2B5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CD079-4BC7-FC93-203B-C840592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BD89-486D-38B4-C773-4D05F0C9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5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7BE4-44D3-3069-4D42-00B55E7AE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484E9-7D5C-6603-355E-3CFB7EFE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53D10-7A99-BD66-FAAA-912C5E08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D495-463B-0021-AB85-9520825A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26A99-D7CF-3CCE-91C4-B422E04C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4E568-3BE8-6C1C-6B3B-5B491670E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A1CEF-C9D0-EDE0-FC90-0B41959D9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5381B-F05C-BEA7-483E-FB8932AE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DED9A-0109-B5EB-1DBC-E510E98E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34DDE-FDED-4949-2B3B-96D60B33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2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1B8D3-CA1F-4ABC-EDE8-8F6B2885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6BE1D-977A-0803-690E-23FADAF72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A8AE9-7EC8-F185-B68B-BC6D04D43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160A9-B1E4-4AE8-B854-46ED2C2068C2}" type="datetimeFigureOut">
              <a:rPr lang="en-US" smtClean="0"/>
              <a:t>15-Oct-25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14104-A166-C9B5-DE49-E8A7EA680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8BC88-2275-FC35-87B1-B84951559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4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1ACD-6120-D6F0-670E-BB0ECB337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03A6A7-B911-5528-D8B0-F857E7157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Techs</a:t>
            </a:r>
          </a:p>
        </p:txBody>
      </p:sp>
    </p:spTree>
    <p:extLst>
      <p:ext uri="{BB962C8B-B14F-4D97-AF65-F5344CB8AC3E}">
        <p14:creationId xmlns:p14="http://schemas.microsoft.com/office/powerpoint/2010/main" val="405122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FC45-7600-BC6C-5698-7B23B8AC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recursion?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BB8F3-D0C1-D6E3-02C8-6E341B3464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understand recursion, you must understand recursion</a:t>
            </a:r>
          </a:p>
          <a:p>
            <a:endParaRPr lang="en-US" dirty="0"/>
          </a:p>
          <a:p>
            <a:r>
              <a:rPr lang="en-US" dirty="0"/>
              <a:t>An algorithm that uses itself in its definition</a:t>
            </a:r>
          </a:p>
          <a:p>
            <a:r>
              <a:rPr lang="en-US" dirty="0"/>
              <a:t>“pip installs packages”</a:t>
            </a:r>
          </a:p>
          <a:p>
            <a:endParaRPr lang="en-US" dirty="0"/>
          </a:p>
          <a:p>
            <a:r>
              <a:rPr lang="en-US" dirty="0"/>
              <a:t>Two requirements:</a:t>
            </a:r>
          </a:p>
          <a:p>
            <a:pPr lvl="1"/>
            <a:r>
              <a:rPr lang="en-US" dirty="0"/>
              <a:t>A base case</a:t>
            </a:r>
          </a:p>
          <a:p>
            <a:pPr lvl="1"/>
            <a:r>
              <a:rPr lang="en-US" dirty="0"/>
              <a:t>A recursive step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A313579-90F0-8DC5-6BC0-75C0024191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65985"/>
            <a:ext cx="5181600" cy="347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2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9A1E-1967-48BA-3B76-2BE5F54F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EA562-4292-CB14-DDA7-AE7B3B3528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Base case:</a:t>
            </a:r>
          </a:p>
          <a:p>
            <a:pPr lvl="1"/>
            <a:r>
              <a:rPr lang="en-US" dirty="0"/>
              <a:t>The “terminating step”</a:t>
            </a:r>
          </a:p>
          <a:p>
            <a:pPr lvl="1"/>
            <a:r>
              <a:rPr lang="en-US" dirty="0"/>
              <a:t>How does the recursion stop?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A9258-212B-F855-0CC2-B2A2CF25E9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Recursive step</a:t>
            </a:r>
          </a:p>
          <a:p>
            <a:pPr lvl="1"/>
            <a:r>
              <a:rPr lang="en-US" dirty="0"/>
              <a:t>Decreases the size of the input</a:t>
            </a:r>
          </a:p>
          <a:p>
            <a:pPr lvl="1"/>
            <a:r>
              <a:rPr lang="en-US" dirty="0"/>
              <a:t>Passes smaller input to a new instance of itself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08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89AB-30C8-2350-11F1-C923539C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1BD86-5732-5F67-F689-33B94F159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99284" cy="4351338"/>
          </a:xfrm>
        </p:spPr>
        <p:txBody>
          <a:bodyPr>
            <a:normAutofit/>
          </a:bodyPr>
          <a:lstStyle/>
          <a:p>
            <a:r>
              <a:rPr lang="en-US" dirty="0"/>
              <a:t>What is(are) the base case(s)?</a:t>
            </a:r>
          </a:p>
          <a:p>
            <a:endParaRPr lang="en-US" dirty="0"/>
          </a:p>
          <a:p>
            <a:r>
              <a:rPr lang="en-US" dirty="0"/>
              <a:t>What is(are) the recursive step(s)?</a:t>
            </a:r>
          </a:p>
          <a:p>
            <a:endParaRPr lang="en-US" dirty="0"/>
          </a:p>
          <a:p>
            <a:r>
              <a:rPr lang="en-US" dirty="0"/>
              <a:t>The input datatype doesn’t change</a:t>
            </a:r>
          </a:p>
          <a:p>
            <a:r>
              <a:rPr lang="en-US" dirty="0"/>
              <a:t>Small demo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1B63C-374F-517B-C55B-F82A209FA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3895" y="1825625"/>
            <a:ext cx="665346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int):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factorial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3BB373-BF1B-53C3-737E-0C82DCCD5BA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98332" y="2087479"/>
            <a:ext cx="1341522" cy="8241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FC557D8-258A-C949-B209-BC04A1B7A79E}"/>
              </a:ext>
            </a:extLst>
          </p:cNvPr>
          <p:cNvSpPr/>
          <p:nvPr/>
        </p:nvSpPr>
        <p:spPr>
          <a:xfrm>
            <a:off x="6039854" y="2394284"/>
            <a:ext cx="4223084" cy="10347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DAE432-D17D-E92F-B1C9-560B92E49FD0}"/>
              </a:ext>
            </a:extLst>
          </p:cNvPr>
          <p:cNvCxnSpPr>
            <a:cxnSpLocks/>
          </p:cNvCxnSpPr>
          <p:nvPr/>
        </p:nvCxnSpPr>
        <p:spPr>
          <a:xfrm>
            <a:off x="3884197" y="3294063"/>
            <a:ext cx="4423607" cy="269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F951129-8AE4-CE91-5264-25473EC09FB5}"/>
              </a:ext>
            </a:extLst>
          </p:cNvPr>
          <p:cNvSpPr/>
          <p:nvPr/>
        </p:nvSpPr>
        <p:spPr>
          <a:xfrm>
            <a:off x="8307804" y="3563937"/>
            <a:ext cx="3122196" cy="433722"/>
          </a:xfrm>
          <a:prstGeom prst="rec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8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5CD553-040D-9F14-2F3D-52F73A2A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Execution / Return Values</a:t>
            </a:r>
          </a:p>
        </p:txBody>
      </p:sp>
      <p:pic>
        <p:nvPicPr>
          <p:cNvPr id="8" name="Content Placeholder 7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91757A98-2C06-540B-A634-715076D98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85" y="1951379"/>
            <a:ext cx="5307100" cy="4222487"/>
          </a:xfrm>
        </p:spPr>
      </p:pic>
    </p:spTree>
    <p:extLst>
      <p:ext uri="{BB962C8B-B14F-4D97-AF65-F5344CB8AC3E}">
        <p14:creationId xmlns:p14="http://schemas.microsoft.com/office/powerpoint/2010/main" val="176071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495F-D8C7-CC19-259A-4CCCE948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BB317-A89C-B0FE-5638-26E279BEF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sum of a list of numbers using recursion</a:t>
            </a:r>
          </a:p>
          <a:p>
            <a:endParaRPr lang="en-US" dirty="0"/>
          </a:p>
          <a:p>
            <a:r>
              <a:rPr lang="en-US" dirty="0"/>
              <a:t>What is(are) the base case(s)?</a:t>
            </a:r>
          </a:p>
          <a:p>
            <a:endParaRPr lang="en-US" dirty="0"/>
          </a:p>
          <a:p>
            <a:r>
              <a:rPr lang="en-US" dirty="0"/>
              <a:t>What is(are) the recursive step(s)?</a:t>
            </a:r>
          </a:p>
          <a:p>
            <a:endParaRPr lang="en-US" dirty="0"/>
          </a:p>
          <a:p>
            <a:r>
              <a:rPr lang="en-US" dirty="0"/>
              <a:t>(be careful about passing lists around)</a:t>
            </a:r>
          </a:p>
        </p:txBody>
      </p:sp>
    </p:spTree>
    <p:extLst>
      <p:ext uri="{BB962C8B-B14F-4D97-AF65-F5344CB8AC3E}">
        <p14:creationId xmlns:p14="http://schemas.microsoft.com/office/powerpoint/2010/main" val="2647271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7566-A71C-E436-6714-83507A3C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B297-ABF0-EB75-FC46-EE206B1BB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38447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re_sum_one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-&gt;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0000"/>
              </a:lnSpc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"Calculating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re_sum_one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[:]) +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25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749C-1CD2-234B-BDBE-A98C07682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stacks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C18C4B-A84C-D76D-3DEA-E699019EAE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23" y="1825625"/>
            <a:ext cx="5547277" cy="4154606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A5FB17-B867-D8BA-464F-2FBE71B197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bad things can happen here?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Don’t forget the base case!</a:t>
            </a:r>
          </a:p>
          <a:p>
            <a:r>
              <a:rPr lang="en-US" dirty="0"/>
              <a:t>Small demo</a:t>
            </a:r>
          </a:p>
        </p:txBody>
      </p:sp>
    </p:spTree>
    <p:extLst>
      <p:ext uri="{BB962C8B-B14F-4D97-AF65-F5344CB8AC3E}">
        <p14:creationId xmlns:p14="http://schemas.microsoft.com/office/powerpoint/2010/main" val="166606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D940C8-04DC-F0F4-7ADA-2AFE9ADE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Recursion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E69D4-E667-FE19-4190-0EE4A93AC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60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2B6E5-D07F-3480-2DB6-C545223C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5A5F1-38F3-CA7A-E827-BFB5A793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499B-70E0-68FF-9FC7-CBD1136EB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99284" cy="4351338"/>
          </a:xfrm>
        </p:spPr>
        <p:txBody>
          <a:bodyPr>
            <a:normAutofit/>
          </a:bodyPr>
          <a:lstStyle/>
          <a:p>
            <a:r>
              <a:rPr lang="en-US" dirty="0"/>
              <a:t>A function that calls itself multiple times</a:t>
            </a:r>
          </a:p>
          <a:p>
            <a:endParaRPr lang="en-US" dirty="0"/>
          </a:p>
          <a:p>
            <a:r>
              <a:rPr lang="en-US" dirty="0"/>
              <a:t>What is(are) the base case(s)?</a:t>
            </a:r>
          </a:p>
          <a:p>
            <a:r>
              <a:rPr lang="en-US" dirty="0"/>
              <a:t>What is(are) the recursive step(s)?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E684F-BCF8-FE64-CECC-B3598596B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93895" y="1825625"/>
            <a:ext cx="665346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44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F0EC-E1E5-3DF7-D4D5-68192C2B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360D4-69E9-AC97-A39C-EBE9DAEF8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-&gt;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20000"/>
              </a:lnSpc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//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+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re_sum_half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num_list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:])</a:t>
            </a:r>
          </a:p>
          <a:p>
            <a:pPr>
              <a:lnSpc>
                <a:spcPct val="12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6379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7B6978-ADF3-C3AF-3BC0-5F28750C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Common Problems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5980E-D37D-7432-BC67-D8DA2DFAC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37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85BEB-36FF-347A-1757-8DE2F21A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pic>
        <p:nvPicPr>
          <p:cNvPr id="5" name="Content Placeholder 4" descr="A table with numbers and a few digits&#10;&#10;AI-generated content may be incorrect.">
            <a:extLst>
              <a:ext uri="{FF2B5EF4-FFF2-40B4-BE49-F238E27FC236}">
                <a16:creationId xmlns:a16="http://schemas.microsoft.com/office/drawing/2014/main" id="{ED2FEACF-AF94-E20E-5C2E-D378A0AAC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147" y="1825625"/>
            <a:ext cx="6083706" cy="4351338"/>
          </a:xfrm>
        </p:spPr>
      </p:pic>
    </p:spTree>
    <p:extLst>
      <p:ext uri="{BB962C8B-B14F-4D97-AF65-F5344CB8AC3E}">
        <p14:creationId xmlns:p14="http://schemas.microsoft.com/office/powerpoint/2010/main" val="1517513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E6A33B-47D9-7E50-0B88-CCCDF368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7E982D-4949-9795-29F4-1B804ABC2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"""assumes array is already sorted"""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//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&gt;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binary_search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high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976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155A-1B24-CFB0-34C7-7ACB8C95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Traversal</a:t>
            </a:r>
          </a:p>
        </p:txBody>
      </p:sp>
      <p:pic>
        <p:nvPicPr>
          <p:cNvPr id="5" name="Content Placeholder 4" descr="A diagram of a test&#10;&#10;AI-generated content may be incorrect.">
            <a:extLst>
              <a:ext uri="{FF2B5EF4-FFF2-40B4-BE49-F238E27FC236}">
                <a16:creationId xmlns:a16="http://schemas.microsoft.com/office/drawing/2014/main" id="{78081DB7-B377-B26A-0B90-3A3DDC391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835" y="1825625"/>
            <a:ext cx="7072329" cy="4351338"/>
          </a:xfrm>
        </p:spPr>
      </p:pic>
    </p:spTree>
    <p:extLst>
      <p:ext uri="{BB962C8B-B14F-4D97-AF65-F5344CB8AC3E}">
        <p14:creationId xmlns:p14="http://schemas.microsoft.com/office/powerpoint/2010/main" val="2875204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6396-D58E-1D0D-31B8-9C3136C64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84DCB-607E-46B9-8CFF-C5C0A9EDC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list_dir_recursive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isdir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list_dir_recursive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359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4026-93BF-987E-98F0-BB82FBB3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/>
              <a:t>Thoughts / On Your 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FCEF3-1E28-89B3-DB07-3C3D9BB913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Order of Execution </a:t>
            </a:r>
            <a:br>
              <a:rPr lang="en-US" dirty="0"/>
            </a:br>
            <a:r>
              <a:rPr lang="en-US" dirty="0"/>
              <a:t>(depth vs breadth)</a:t>
            </a:r>
          </a:p>
          <a:p>
            <a:endParaRPr lang="en-US" dirty="0"/>
          </a:p>
          <a:p>
            <a:r>
              <a:rPr lang="en-US" dirty="0"/>
              <a:t>Recursive vs Iterative</a:t>
            </a:r>
          </a:p>
          <a:p>
            <a:endParaRPr lang="en-US" dirty="0"/>
          </a:p>
          <a:p>
            <a:r>
              <a:rPr lang="en-US" dirty="0"/>
              <a:t>Tail-call optimization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Content Placeholder 4" descr="A diagram of a test&#10;&#10;AI-generated content may be incorrect.">
            <a:extLst>
              <a:ext uri="{FF2B5EF4-FFF2-40B4-BE49-F238E27FC236}">
                <a16:creationId xmlns:a16="http://schemas.microsoft.com/office/drawing/2014/main" id="{93B1897A-AD2A-F4A0-A318-5D02C09FE2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017" y="2153030"/>
            <a:ext cx="6278218" cy="3862751"/>
          </a:xfrm>
        </p:spPr>
      </p:pic>
    </p:spTree>
    <p:extLst>
      <p:ext uri="{BB962C8B-B14F-4D97-AF65-F5344CB8AC3E}">
        <p14:creationId xmlns:p14="http://schemas.microsoft.com/office/powerpoint/2010/main" val="2956705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4CC769-791B-48CC-8DD8-3E436EE0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AE1514-E6D9-E467-C267-0175F48AB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7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629</Words>
  <Application>Microsoft Office PowerPoint</Application>
  <PresentationFormat>Widescreen</PresentationFormat>
  <Paragraphs>108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Office Theme</vt:lpstr>
      <vt:lpstr>Recursion</vt:lpstr>
      <vt:lpstr>What is recursion?</vt:lpstr>
      <vt:lpstr>Terms</vt:lpstr>
      <vt:lpstr>An example</vt:lpstr>
      <vt:lpstr>Order of Execution / Return Values</vt:lpstr>
      <vt:lpstr>On Your Own</vt:lpstr>
      <vt:lpstr>A solution</vt:lpstr>
      <vt:lpstr>More about stacks</vt:lpstr>
      <vt:lpstr>Multiple Recursion</vt:lpstr>
      <vt:lpstr>Multiple Recursion</vt:lpstr>
      <vt:lpstr>Another Example</vt:lpstr>
      <vt:lpstr>Other Common Problems</vt:lpstr>
      <vt:lpstr>Binary Search</vt:lpstr>
      <vt:lpstr>Binary Search</vt:lpstr>
      <vt:lpstr>Directory Traversal</vt:lpstr>
      <vt:lpstr>Directory Traversal</vt:lpstr>
      <vt:lpstr>Other Thoughts / On Your Own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118</cp:revision>
  <dcterms:created xsi:type="dcterms:W3CDTF">2025-09-17T14:29:17Z</dcterms:created>
  <dcterms:modified xsi:type="dcterms:W3CDTF">2025-10-15T21:29:00Z</dcterms:modified>
</cp:coreProperties>
</file>