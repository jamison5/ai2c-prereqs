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56" r:id="rId3"/>
    <p:sldId id="27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6F47-4B4D-DD79-D800-B86EB26AE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3B037F-FC29-9B6B-F70D-38AA1EF33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1B451-3780-D45D-2369-92808CE5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576F1-017B-25F5-BFBD-C1096FF2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C7CA8-B9CE-888B-20F6-EADAD59E8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9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4875-967D-3A22-0555-D8A31A599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F7D0E-202E-41B4-3578-7672689EA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458DD-A2AD-F9A3-6FA0-A10CBFB5F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66A36-A4EF-8865-CE02-BFCCEBE9A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BD49C-05E9-017A-2873-6E3F43F94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33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76426-3C8A-C355-10DC-DC01293E3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ACECD-B5DA-57CE-DA01-1C6D33E80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14369-C33F-847F-5E16-523D8758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1A34E-9B44-3F69-CA82-A04A5CFAA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49730-30E3-F124-C1FF-49A63C8B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51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1B30-7BCF-3AB8-C0BD-8B8916CFD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D3208-7865-CB9C-82F3-680744B1D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CDAB2-6D54-126C-9209-540881E7A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748A3-EDF7-2E78-FA3E-A892E115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1B0D7-D305-5AFA-1373-0163EBC0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3A4DD-BFFB-CA04-BEBF-D2B865A8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4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DFC2-81F1-E593-67D0-6F197081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69F0F-1B70-E968-0ADA-69CB65AB6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B6E12-58C8-ADF9-BDEB-CFABF6CFB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1C8D7C-4D6E-FA21-E42A-9F462F0B7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CF6FAF-D077-D9AD-E5E4-70F6FC80C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37F9C-2EA2-2BDB-5497-2C6DE9D3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E880B-7DB6-D5F5-8391-D59D4683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EB667-D6B9-5AD8-1945-B129327C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10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6C226-ACB4-4B2B-6E30-EFA27467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C0AA3D-396C-F8D8-3708-7AC45C29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F337A1-BB74-90A8-B086-A4F1DECA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7777A-FC17-1047-B658-62E1E8D79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4D1814-4487-BF62-6A8C-BFCC6D72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C7BB0-F1E5-1956-C8CC-A896DD153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64BA0-AE82-784F-2B6D-1CB76545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66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CDF90-6BC2-0D04-D28E-EBD5C1C5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B15F9-1C32-BBBA-627A-0DC5B5045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F4CBB-3FC7-B2EC-DF5D-79F4F6CB5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7844C-86B7-335D-F8EB-700ADC3F7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D45CC-7CFC-1142-5796-FD95B906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774AE-912A-E367-F3E8-183C494F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21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2A41-6790-9A0C-ED60-E7467CE79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AFA5A-1F47-E6FC-FD6E-6D48315606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BD531-08C3-0AAB-367F-D0FE77B28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F3D2B-E6BC-FA66-7143-16349E438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598C9-DE5C-C385-2296-E9EA40F2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31B79-CBBB-3F44-3DB4-F248D2CE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97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D22D2-7DA8-A504-FE0E-496EAA09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800E7-E846-560B-2742-83AC02358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C0388-4780-26BE-2E21-8739752A0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CB972-319A-4F5F-4885-D500CFC6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5A22C-E721-90A2-CE22-651D1C9B4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6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77E18-A572-910E-D2D6-230C3B5B5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D8568-3954-0200-3FAF-632A20954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86F2A-F221-7750-2398-95244190D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C7E74-FB43-2454-BC9A-B01CB7D3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69B47-9B55-114B-8E75-92988A77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7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84971-F2AE-0783-2656-65734AF51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0FC24-2A21-718D-4F90-7DE48C7AF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4C31F-C557-BA1D-E464-22ED52E4E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8FAD2-C737-407C-85E1-36EBD7897FD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0577B-EAB8-8979-D803-A64B76178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03AFA-B067-3787-2523-C0258A4FF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4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DFAA-F686-5819-0F94-2E2F270D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D428B-5B20-5DF6-B544-B7B6B1190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Volunteer opportunity, 28-Aug, VA Fisher House (Teams / email)</a:t>
            </a:r>
          </a:p>
          <a:p>
            <a:endParaRPr lang="en-US" dirty="0"/>
          </a:p>
          <a:p>
            <a:r>
              <a:rPr lang="en-US" dirty="0"/>
              <a:t>Weekly / semester schedule posted (Teams)</a:t>
            </a:r>
          </a:p>
          <a:p>
            <a:endParaRPr lang="en-US" dirty="0"/>
          </a:p>
          <a:p>
            <a:r>
              <a:rPr lang="en-US" dirty="0"/>
              <a:t>Updated contact roster (Teams)</a:t>
            </a:r>
          </a:p>
          <a:p>
            <a:endParaRPr lang="en-US" dirty="0"/>
          </a:p>
          <a:p>
            <a:r>
              <a:rPr lang="en-US" dirty="0"/>
              <a:t>Grooming / accountability @ CMU</a:t>
            </a:r>
          </a:p>
          <a:p>
            <a:endParaRPr lang="en-US" dirty="0"/>
          </a:p>
          <a:p>
            <a:r>
              <a:rPr lang="en-US"/>
              <a:t>No ID??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64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72D5-9812-0814-0AE8-138F04C765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B8EDC-EABE-B72A-4BC2-A810E259E0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62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B98EE-C38E-BA21-4299-9F39E0C7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Teams!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38624E-7F8E-70EF-6AB9-B1E07A9C6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E17669-F068-5F03-1BA2-21A30D1B81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CPT Rivera</a:t>
            </a:r>
          </a:p>
          <a:p>
            <a:r>
              <a:rPr lang="en-US" dirty="0"/>
              <a:t>CPT Allen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DE950B-709B-45C7-B1CD-179289595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Team 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E18948B-3825-3ACB-1851-A6FE376DCC8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CPT Sun</a:t>
            </a:r>
          </a:p>
          <a:p>
            <a:r>
              <a:rPr lang="en-US" dirty="0"/>
              <a:t>1LT Liu</a:t>
            </a:r>
          </a:p>
        </p:txBody>
      </p:sp>
    </p:spTree>
    <p:extLst>
      <p:ext uri="{BB962C8B-B14F-4D97-AF65-F5344CB8AC3E}">
        <p14:creationId xmlns:p14="http://schemas.microsoft.com/office/powerpoint/2010/main" val="144336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6F4B-7D23-4BEE-0560-3A87651A2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980C6E-7859-4333-728C-D4719779D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9228" y="579121"/>
            <a:ext cx="8993543" cy="531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044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2604DF-6B8E-ED06-5380-9E7D4ACA8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85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28EB3C-A88F-3A5C-FD0B-DED3CB724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97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0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C0AEFF-BE39-EFF6-8D3A-2D0EEC0A5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094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74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4EB65-375C-35C0-B9C7-30309DDB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4FAA0D-B279-E6DB-DBC5-B8D73D8E9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080" y="224427"/>
            <a:ext cx="10515600" cy="66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64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1686-D427-40F2-BB79-8AA5C58A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858AB-0268-6478-9A95-BC3D58A0A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ADFB57-4611-E45B-B94B-9D35BAD9D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72" y="625157"/>
            <a:ext cx="11437256" cy="519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15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4EB7-7A0C-38DF-BE25-993AF52AB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F2F25-C484-3844-0386-3CBD1C0CF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946D6-FD97-80F8-7E09-4B2AADA09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98" y="462071"/>
            <a:ext cx="10515600" cy="532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17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9127-74AA-893E-12A2-4F157722E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9AC6F-E5B8-3BAB-618D-BE38FCB5B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E9612-E3FB-0AC9-4B67-A6C43F9DC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03" y="339517"/>
            <a:ext cx="10515600" cy="583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68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B766B-3969-8D5E-9323-9EFE39263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5AEE4-F2B4-7C42-F59E-9A62490D3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2D840-8686-8104-2D35-49EB5C69C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42" y="808144"/>
            <a:ext cx="10876515" cy="484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29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A49D-2E5C-77FE-EFC9-66EBEBBB5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E826B-19CA-6650-0684-F5B5302D0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451F82-5F27-72F7-7ADB-00362D432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41" y="131672"/>
            <a:ext cx="10198118" cy="636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3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1CB3-9F96-964B-4086-A415632B2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22EAD-7FE4-5DF7-7458-BF9BA69BF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9C29AB-4F72-1109-08C2-DD9F1CD82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54" y="681037"/>
            <a:ext cx="11126037" cy="545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56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4C1C-557B-80C7-08CF-E41A34BD6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D646F-3633-62F5-E085-188E1AB71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8AEB7-E6FA-8B5E-276E-C3125A00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59" y="311894"/>
            <a:ext cx="11097081" cy="586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05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83B90-8BC9-4014-AC9F-E5AF07C9F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D88B1-96EA-B16B-1514-88353F224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B7E189-F5F8-B47A-8CB7-C11305396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54" y="506815"/>
            <a:ext cx="11071492" cy="517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91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9013-57D5-A29B-0B14-3FDF4B48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005E0-F9E9-3B82-2B7B-4EEC37A10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1BF50-EF21-B969-5D8A-118AED722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14" y="681037"/>
            <a:ext cx="11289371" cy="516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48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98F6-2A4D-134A-7333-B1E4D2493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1EAF2-E182-DB9A-E17E-586461FAB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D8BAFC-01ED-3C9A-FAD0-8F6706B2A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68" y="368096"/>
            <a:ext cx="11105187" cy="580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37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FBE11E-64A8-BBD1-A877-A19A85015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70779"/>
            <a:ext cx="10905066" cy="471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86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541D5A-951A-8707-D866-D1254029B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70890"/>
            <a:ext cx="10905066" cy="531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1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B37D98-A29B-5A0C-A65B-713F36C7C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4747" y="643466"/>
            <a:ext cx="818250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40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E08472-846C-F559-BDD0-FAE225CFE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93461"/>
            <a:ext cx="10905066" cy="447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80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07376B-1549-4D53-8AB0-337936BC1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1392" y="643466"/>
            <a:ext cx="1012921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7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52</Words>
  <Application>Microsoft Office PowerPoint</Application>
  <PresentationFormat>Widescreen</PresentationFormat>
  <Paragraphs>18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Admin</vt:lpstr>
      <vt:lpstr>Review</vt:lpstr>
      <vt:lpstr>New Teams!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25</cp:revision>
  <dcterms:created xsi:type="dcterms:W3CDTF">2025-08-20T12:20:59Z</dcterms:created>
  <dcterms:modified xsi:type="dcterms:W3CDTF">2025-08-20T13:00:04Z</dcterms:modified>
</cp:coreProperties>
</file>